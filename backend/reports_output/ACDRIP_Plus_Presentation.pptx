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6400" b="1">
                <a:solidFill>
                  <a:srgbClr val="00E5FF"/>
                </a:solidFill>
              </a:defRPr>
            </a:pPr>
            <a:r>
              <a:t>ACDRIP+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8B5CF6"/>
                </a:solidFill>
              </a:defRPr>
            </a:pPr>
            <a:r>
              <a:t>Autonomous Cyber Defense, Risk Intelligence &amp; Pre-Breach Simulation Platform</a:t>
            </a:r>
          </a:p>
          <a:p/>
          <a:p>
            <a:r>
              <a:t>Academic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E5FF"/>
                </a:solidFill>
              </a:defRPr>
            </a:pPr>
            <a:r>
              <a:t>1. The Cybersecurity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2E8F0"/>
                </a:solidFill>
              </a:defRPr>
            </a:pPr>
            <a:r>
              <a:t>Modern threat landscapes are extremely complex and highly automated.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Average cost of a data breach reached $4.45M in 2023 (IBM).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Current industry relies on reactive toolkits (incident response).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Pre-breach platforms exist, but cost $50,000+ annually.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SMEs and academia lack accessible, unified tools for pre-breach defense.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Emerging threats like Post-Quantum Cryptography (PQC) vulnerabilities are ignored by standard scanners.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E5FF"/>
                </a:solidFill>
              </a:defRPr>
            </a:pPr>
            <a:r>
              <a:t>2. Introducing ACDRIP+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2E8F0"/>
                </a:solidFill>
              </a:defRPr>
            </a:pPr>
            <a:r>
              <a:t>A fully integrated, 9-module web platform for autonomous cyber defense.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Unifies Network Scanning, ML Risk Prediction, and Attack Simulation.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Includes advanced OSINT: MITRE ATT&amp;CK, Dark Web, and Quantum Audit.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FastAPI (Python) backend + Vanilla ES6 JS frontend.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Zero-license cost (Free/Open Source) alternative to enterprise 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E5FF"/>
                </a:solidFill>
              </a:defRPr>
            </a:pPr>
            <a:r>
              <a:t>3.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2E8F0"/>
                </a:solidFill>
              </a:defRPr>
            </a:pPr>
            <a:r>
              <a:t>Frontend: Vanilla JS, HTML5, CSS3 Glassmorphism (Zero framework bloat).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Backend: FastAPI (Async Python) + Uvicorn + SQLAlchemy.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Database: SQLite (Serverless, fully local, private).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Services: python-nmap, pure-Python ML algorithm, ReportLab PDF gen.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Extremely low latency (&lt;100ms load) and fully portable (Docker support).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E5FF"/>
                </a:solidFill>
              </a:defRPr>
            </a:pPr>
            <a:r>
              <a:t>4. Module 1: Profile-Based Scanner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2E8F0"/>
                </a:solidFill>
              </a:defRPr>
            </a:pPr>
            <a:r>
              <a:t>Executes real port scans (via Nmap) or deterministic simulations.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Simulation uses SHA-256 IP hashing to assign logical 'Host Profiles'.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Discovers up to 22 critical services (SSH, Redis, SMB, RDP, DNS, HTTP).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Automatically cross-references discovered services with a local CVE database.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Computes initial CVSS scores based on open attack surface.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E5FF"/>
                </a:solidFill>
              </a:defRPr>
            </a:pPr>
            <a:r>
              <a:t>5. Module 2: Financial Risk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2E8F0"/>
                </a:solidFill>
              </a:defRPr>
            </a:pPr>
            <a:r>
              <a:t>Uses a Random Forest-inspired decision tree written in pure Python.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Inputs: Asset Value, Critical/High Vulns, Port Count, Firewalls/IDS, Industry.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Outputs FAIR-aligned projected financial loss in local currency (INR).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Computes attack probability percentage.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Segments the risk curve into a standard 5-tier classification logic.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E5FF"/>
                </a:solidFill>
              </a:defRPr>
            </a:pPr>
            <a:r>
              <a:t>6. Module 3: Attack Kill-Chain Simulator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2E8F0"/>
                </a:solidFill>
              </a:defRPr>
            </a:pPr>
            <a:r>
              <a:t>Maps vulnerabilities dynamically to the 7-phase Lockheed Martin Kill Chain.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Phases: Recon -&gt; Weaponization -&gt; Delivery -&gt; Exploit -&gt; Install -&gt; C2 -&gt; Impact.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Calculates phase success probability and plots attack graphs.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Generates detailed AI analysis for adversarial toolchains (Mimikatz, etc.).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Provides exact mitigation paths mapped to MITRE identifiers.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E5FF"/>
                </a:solidFill>
              </a:defRPr>
            </a:pPr>
            <a:r>
              <a:t>7. MITRE ATT&amp;CK Interactive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2E8F0"/>
                </a:solidFill>
              </a:defRPr>
            </a:pPr>
            <a:r>
              <a:t>Fully interactive UI rendering 11 enterprise tactics and 33 techniques.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Highlights techniques successfully detected in network simulations.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Click-to-expand cards offering deep-dive adversarial tactics logic.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Cross-references tactic severity and detection counts.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Provides actionable defensive postures natively inside the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E5FF"/>
                </a:solidFill>
              </a:defRPr>
            </a:pPr>
            <a:r>
              <a:t>8. Dark Web Exposure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2E8F0"/>
                </a:solidFill>
              </a:defRPr>
            </a:pPr>
            <a:r>
              <a:t>Deterministic seed-based generation to model OSINT deep-web presence.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Tracks credential leak counts, BreachForums mentions, Ransomware chatter.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Graphs breaches over a 6-month historical timeline.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Identifies active TOR exit node targeting.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Provides enterprise-vulnerability intelligence without direct TOR access.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E5FF"/>
                </a:solidFill>
              </a:defRPr>
            </a:pPr>
            <a:r>
              <a:t>9. Post-Quantum Cryptographic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2E8F0"/>
                </a:solidFill>
              </a:defRPr>
            </a:pPr>
            <a:r>
              <a:t>First open-source scanner integrating a Quantum vulnerability module.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Audits 8 cryptographic surfaces (TLS, VPN, Code Signing, JWTs, etc.).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Highlights Shor's algorithm risks (Asymmetric: RSA, ECDHE) and Grover's risks.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Provides current state vs. NIST PQC recommendations (Kyber, Dilithium).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Renders a real-time HTML5 Canvas Quantum Readiness Gauge.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E5FF"/>
                </a:solidFill>
              </a:defRPr>
            </a:pPr>
            <a:r>
              <a:t>10. 24/7 Monitoring &amp; Threat Intel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2E8F0"/>
                </a:solidFill>
              </a:defRPr>
            </a:pPr>
            <a:r>
              <a:t>Monitoring: Background service continuously checking IP port state changes.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Alert Logic: Creates priority badges for newly opened ports or backdoors.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Threat Intel Feed: Live ticker of zero-day exploits and APT campaigns.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IOC Database: Tracking IP, Hash, and Domain indicators of compromise.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Keeps defenders proactively aware of global threat landscapes.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E5FF"/>
                </a:solidFill>
              </a:defRPr>
            </a:pPr>
            <a:r>
              <a:t>11. Professional PDF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2E8F0"/>
                </a:solidFill>
              </a:defRPr>
            </a:pPr>
            <a:r>
              <a:t>Automated report generation using Python ReportLab.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Consolidates scans, ML risks, simulations, and telemetry into a single PDF.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Features graphical charts, CVSS breakdowns, and executive summaries.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Saves direct to binary streams for instant browser downloads.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Fully branded and strictly formatted for C-level executives.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E5FF"/>
                </a:solidFill>
              </a:defRPr>
            </a:pPr>
            <a:r>
              <a:t>12. Capability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2E8F0"/>
                </a:solidFill>
              </a:defRPr>
            </a:pPr>
            <a:r>
              <a:t>Compared against Nessus, Metasploit, Shodan, and Recorded Future.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ACDRIP+ is the only tool unifying ALL 9 capabilities natively.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Replaces roughly $50,000 USD/year in specialized commercial licenses.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Open-source MIT license ensures total academic accessibility.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Superior UI/UX designed around modern intuitive workflows.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E5FF"/>
                </a:solidFill>
              </a:defRPr>
            </a:pPr>
            <a:r>
              <a:t>13. 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2E8F0"/>
                </a:solidFill>
              </a:defRPr>
            </a:pPr>
            <a:r>
              <a:t>V2 Roadmap: Live Dark Web API integration (via AlienVault OTX).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Graph Neural Network (GNN) implementation for vulnerability chaining.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Custom Nmap NSE scripts to ping live post-quantum TLS cipher suites.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Cloud Infrastructure integration (AWS/Azure IAM permission scraping).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Mobile companion app built in Flutter for real-time alert delivery.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E5FF"/>
                </a:solidFill>
              </a:defRPr>
            </a:pPr>
            <a:r>
              <a:t>14.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2E8F0"/>
                </a:solidFill>
              </a:defRPr>
            </a:pPr>
            <a:r>
              <a:t>ACDRIP+ redefines what an open-source cybersecurity platform can do.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We've proven that deep, multi-vector pre-breach simulation is achievable.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The project provides unparalleled educational value for defensive testing.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Fully standalone, serverless SQL, rapid-deployment ready.</a:t>
            </a:r>
          </a:p>
          <a:p>
            <a:pPr>
              <a:spcBef>
                <a:spcPts val="1400"/>
              </a:spcBef>
              <a:defRPr sz="2000">
                <a:solidFill>
                  <a:srgbClr val="E2E8F0"/>
                </a:solidFill>
              </a:defRPr>
            </a:pPr>
            <a:r>
              <a:t>Thank you! 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